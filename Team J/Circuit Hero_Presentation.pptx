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61" r:id="rId4"/>
    <p:sldId id="262" r:id="rId5"/>
    <p:sldId id="263" r:id="rId6"/>
    <p:sldId id="264" r:id="rId7"/>
    <p:sldId id="265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qiu" initials="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image" Target="../media/image2.jpeg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image" Target="../media/image5.png"/><Relationship Id="rId6" Type="http://schemas.openxmlformats.org/officeDocument/2006/relationships/tags" Target="../tags/tag19.xml"/><Relationship Id="rId5" Type="http://schemas.openxmlformats.org/officeDocument/2006/relationships/image" Target="../media/image4.png"/><Relationship Id="rId4" Type="http://schemas.openxmlformats.org/officeDocument/2006/relationships/tags" Target="../tags/tag18.xml"/><Relationship Id="rId3" Type="http://schemas.openxmlformats.org/officeDocument/2006/relationships/image" Target="../media/image3.png"/><Relationship Id="rId2" Type="http://schemas.openxmlformats.org/officeDocument/2006/relationships/tags" Target="../tags/tag17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image" Target="../media/image2.jpeg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image" Target="../media/image2.jpeg"/><Relationship Id="rId2" Type="http://schemas.openxmlformats.org/officeDocument/2006/relationships/tags" Target="../tags/tag32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6.png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image" Target="../media/image2.jpeg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2.jpeg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2.jpe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image" Target="../media/image2.jpeg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image" Target="../media/image2.jpeg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image" Target="../media/image2.jpeg"/><Relationship Id="rId2" Type="http://schemas.openxmlformats.org/officeDocument/2006/relationships/tags" Target="../tags/tag87.xml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image" Target="../media/image2.jpeg"/><Relationship Id="rId2" Type="http://schemas.openxmlformats.org/officeDocument/2006/relationships/tags" Target="../tags/tag95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image" Target="../media/image2.jpeg"/><Relationship Id="rId2" Type="http://schemas.openxmlformats.org/officeDocument/2006/relationships/tags" Target="../tags/tag103.xml"/><Relationship Id="rId10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image" Target="../media/image2.jpeg"/><Relationship Id="rId2" Type="http://schemas.openxmlformats.org/officeDocument/2006/relationships/tags" Target="../tags/tag11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image" Target="../media/image2.jpeg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1"/>
          <p:cNvSpPr/>
          <p:nvPr>
            <p:ph type="ctrTitle" idx="1" hasCustomPrompt="1"/>
            <p:custDataLst>
              <p:tags r:id="rId7"/>
            </p:custDataLst>
          </p:nvPr>
        </p:nvSpPr>
        <p:spPr>
          <a:xfrm>
            <a:off x="469875" y="2082305"/>
            <a:ext cx="7983210" cy="1227391"/>
          </a:xfrm>
        </p:spPr>
        <p:txBody>
          <a:bodyPr vert="horz" wrap="square" lIns="90170" tIns="0" rIns="9017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200" b="0" i="0" u="none" strike="noStrike" kern="1200" cap="none" spc="150" normalizeH="0" baseline="0" noProof="1" dirty="0">
                <a:solidFill>
                  <a:schemeClr val="dk1"/>
                </a:solidFill>
                <a:uFillTx/>
                <a:latin typeface="Arial" panose="020B0604020202090204" pitchFamily="34" charset="0"/>
                <a:ea typeface="汉仪趣黑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4" name="副标题 3"/>
          <p:cNvSpPr/>
          <p:nvPr>
            <p:ph type="subTitle" idx="2" hasCustomPrompt="1"/>
            <p:custDataLst>
              <p:tags r:id="rId8"/>
            </p:custDataLst>
          </p:nvPr>
        </p:nvSpPr>
        <p:spPr>
          <a:xfrm>
            <a:off x="470510" y="3358002"/>
            <a:ext cx="7982575" cy="523572"/>
          </a:xfrm>
        </p:spPr>
        <p:txBody>
          <a:bodyPr vert="horz" wrap="square" lIns="90170" tIns="0" rIns="90170" bIns="0" rtlCol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000" b="0" i="0" u="none" strike="noStrike" kern="1200" cap="none" spc="800" normalizeH="0" baseline="0" noProof="1" dirty="0">
                <a:solidFill>
                  <a:schemeClr val="dk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汉仪君黑-35W" panose="00020600040101010101" charset="-122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9"/>
            </p:custDataLst>
          </p:nvPr>
        </p:nvCxnSpPr>
        <p:spPr>
          <a:xfrm>
            <a:off x="699734" y="4164796"/>
            <a:ext cx="455906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670525" y="4116538"/>
            <a:ext cx="873714" cy="95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normAutofit fontScale="30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Arial" panose="020B0604020202090204" pitchFamily="34" charset="0"/>
              <a:ea typeface="汉仪君黑-35W" panose="00020600040101010101" charset="-122"/>
            </a:endParaRPr>
          </a:p>
        </p:txBody>
      </p:sp>
      <p:sp>
        <p:nvSpPr>
          <p:cNvPr id="5" name="文本占位符 4"/>
          <p:cNvSpPr/>
          <p:nvPr>
            <p:ph type="body" idx="5" hasCustomPrompt="1"/>
            <p:custDataLst>
              <p:tags r:id="rId11"/>
            </p:custDataLst>
          </p:nvPr>
        </p:nvSpPr>
        <p:spPr>
          <a:xfrm>
            <a:off x="670525" y="1511063"/>
            <a:ext cx="7782561" cy="523572"/>
          </a:xfrm>
        </p:spPr>
        <p:txBody>
          <a:bodyPr wrap="square" tIns="0" bIns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800" b="0" i="0" u="none" strike="noStrike" kern="1200" cap="none" spc="300" normalizeH="0" baseline="0" noProof="1" dirty="0">
                <a:solidFill>
                  <a:schemeClr val="dk1"/>
                </a:solidFill>
                <a:latin typeface="Arial" panose="020B0604020202090204" pitchFamily="34" charset="0"/>
                <a:ea typeface="汉仪君黑-35W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  <p:sp>
        <p:nvSpPr>
          <p:cNvPr id="6" name="文本占位符 5"/>
          <p:cNvSpPr/>
          <p:nvPr>
            <p:ph type="body" idx="6" hasCustomPrompt="1"/>
            <p:custDataLst>
              <p:tags r:id="rId12"/>
            </p:custDataLst>
          </p:nvPr>
        </p:nvSpPr>
        <p:spPr>
          <a:xfrm>
            <a:off x="648936" y="4829654"/>
            <a:ext cx="3193655" cy="517276"/>
          </a:xfrm>
        </p:spPr>
        <p:txBody>
          <a:bodyPr wrap="square" tIns="0" bIns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600" b="0" i="0" u="none" strike="noStrike" kern="1200" cap="none" spc="300" normalizeH="0" baseline="0" noProof="1" dirty="0">
                <a:solidFill>
                  <a:schemeClr val="dk1"/>
                </a:solidFill>
                <a:latin typeface="Arial" panose="020B0604020202090204" pitchFamily="34" charset="0"/>
                <a:ea typeface="汉仪君黑-35W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69847" y="952648"/>
            <a:ext cx="10851672" cy="5388626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0" y="3505200"/>
            <a:ext cx="5018779" cy="3352800"/>
          </a:xfrm>
          <a:custGeom>
            <a:avLst/>
            <a:gdLst>
              <a:gd name="connsiteX0" fmla="*/ 0 w 5019040"/>
              <a:gd name="connsiteY0" fmla="*/ 0 h 3352165"/>
              <a:gd name="connsiteX1" fmla="*/ 5019040 w 5019040"/>
              <a:gd name="connsiteY1" fmla="*/ 0 h 3352165"/>
              <a:gd name="connsiteX2" fmla="*/ 5019040 w 5019040"/>
              <a:gd name="connsiteY2" fmla="*/ 3352165 h 3352165"/>
              <a:gd name="connsiteX3" fmla="*/ 0 w 5019040"/>
              <a:gd name="connsiteY3" fmla="*/ 3352165 h 3352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9040" h="3352165">
                <a:moveTo>
                  <a:pt x="0" y="0"/>
                </a:moveTo>
                <a:lnTo>
                  <a:pt x="5019040" y="0"/>
                </a:lnTo>
                <a:lnTo>
                  <a:pt x="5019040" y="3352165"/>
                </a:lnTo>
                <a:lnTo>
                  <a:pt x="0" y="3352165"/>
                </a:lnTo>
                <a:close/>
              </a:path>
            </a:pathLst>
          </a:cu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8749844" y="0"/>
            <a:ext cx="3441521" cy="3049270"/>
          </a:xfrm>
          <a:custGeom>
            <a:avLst/>
            <a:gdLst>
              <a:gd name="connsiteX0" fmla="*/ 0 w 3441065"/>
              <a:gd name="connsiteY0" fmla="*/ 0 h 3048635"/>
              <a:gd name="connsiteX1" fmla="*/ 3441065 w 3441065"/>
              <a:gd name="connsiteY1" fmla="*/ 0 h 3048635"/>
              <a:gd name="connsiteX2" fmla="*/ 3441065 w 3441065"/>
              <a:gd name="connsiteY2" fmla="*/ 3048635 h 3048635"/>
              <a:gd name="connsiteX3" fmla="*/ 0 w 3441065"/>
              <a:gd name="connsiteY3" fmla="*/ 3048635 h 304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1065" h="3048635">
                <a:moveTo>
                  <a:pt x="0" y="0"/>
                </a:moveTo>
                <a:lnTo>
                  <a:pt x="3441065" y="0"/>
                </a:lnTo>
                <a:lnTo>
                  <a:pt x="3441065" y="3048635"/>
                </a:lnTo>
                <a:lnTo>
                  <a:pt x="0" y="3048635"/>
                </a:lnTo>
                <a:close/>
              </a:path>
            </a:pathLst>
          </a:cu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/>
          <p:nvPr>
            <p:ph type="ctrTitle" idx="1" hasCustomPrompt="1"/>
            <p:custDataLst>
              <p:tags r:id="rId11"/>
            </p:custDataLst>
          </p:nvPr>
        </p:nvSpPr>
        <p:spPr>
          <a:xfrm>
            <a:off x="2153173" y="2833492"/>
            <a:ext cx="7885019" cy="1200087"/>
          </a:xfrm>
          <a:noFill/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600" b="0" i="0" u="none" strike="noStrike" kern="0" cap="none" spc="100" normalizeH="0" baseline="0" noProof="1" dirty="0">
                <a:ln>
                  <a:noFill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 panose="020B0604020202090204" pitchFamily="34" charset="0"/>
                <a:ea typeface="汉仪趣黑简" panose="00020600040101010101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9" name="文本占位符 8"/>
          <p:cNvSpPr/>
          <p:nvPr>
            <p:ph type="body" idx="2" hasCustomPrompt="1"/>
            <p:custDataLst>
              <p:tags r:id="rId12"/>
            </p:custDataLst>
          </p:nvPr>
        </p:nvSpPr>
        <p:spPr>
          <a:xfrm>
            <a:off x="2720833" y="4295887"/>
            <a:ext cx="6749698" cy="808942"/>
          </a:xfrm>
        </p:spPr>
        <p:txBody>
          <a:bodyPr wrap="square">
            <a:normAutofit/>
          </a:bodyPr>
          <a:lstStyle>
            <a:lvl1pPr marL="0" marR="0" algn="ctr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chemeClr val="dk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5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238552" y="952648"/>
            <a:ext cx="5282967" cy="5388626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69895" y="952518"/>
            <a:ext cx="5282967" cy="38098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69890" y="1406654"/>
            <a:ext cx="5282925" cy="4934495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6235425" y="952518"/>
            <a:ext cx="5282967" cy="38098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8"/>
            </p:custDataLst>
          </p:nvPr>
        </p:nvSpPr>
        <p:spPr>
          <a:xfrm>
            <a:off x="6235425" y="1406654"/>
            <a:ext cx="5282967" cy="4934495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47" y="443242"/>
            <a:ext cx="10851672" cy="441941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95" y="443246"/>
            <a:ext cx="10851672" cy="441941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5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6"/>
            </p:custDataLst>
          </p:nvPr>
        </p:nvSpPr>
        <p:spPr>
          <a:xfrm>
            <a:off x="6238600" y="952648"/>
            <a:ext cx="5282967" cy="5388626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4"/>
            </p:custDataLst>
          </p:nvPr>
        </p:nvSpPr>
        <p:spPr>
          <a:xfrm>
            <a:off x="10570584" y="952648"/>
            <a:ext cx="950934" cy="5388626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5"/>
            </p:custDataLst>
          </p:nvPr>
        </p:nvSpPr>
        <p:spPr>
          <a:xfrm>
            <a:off x="669890" y="952640"/>
            <a:ext cx="9827589" cy="5388626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69895" y="952648"/>
            <a:ext cx="10851672" cy="538862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solidFill>
                  <a:schemeClr val="lt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2"/>
          <p:cNvSpPr/>
          <p:nvPr>
            <p:ph type="title" idx="1" hasCustomPrompt="1"/>
            <p:custDataLst>
              <p:tags r:id="rId7"/>
            </p:custDataLst>
          </p:nvPr>
        </p:nvSpPr>
        <p:spPr>
          <a:xfrm>
            <a:off x="1014019" y="2012040"/>
            <a:ext cx="5193914" cy="1328986"/>
          </a:xfr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7200" b="0" i="0" u="none" strike="noStrike" kern="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90204" pitchFamily="34" charset="0"/>
                <a:ea typeface="汉仪趣黑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7" name="文本占位符 3"/>
          <p:cNvSpPr/>
          <p:nvPr>
            <p:ph type="subTitle" idx="2" hasCustomPrompt="1"/>
            <p:custDataLst>
              <p:tags r:id="rId8"/>
            </p:custDataLst>
          </p:nvPr>
        </p:nvSpPr>
        <p:spPr>
          <a:xfrm>
            <a:off x="1014019" y="1149663"/>
            <a:ext cx="5193914" cy="808344"/>
          </a:xfrm>
          <a:noFill/>
        </p:spPr>
        <p:txBody>
          <a:bodyPr vert="horz" wrap="square" lIns="0" tIns="0" rIns="0" bIns="0" rtlCol="0" anchor="b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3400" b="0" i="0" u="none" strike="noStrike" kern="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9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8" name="文本占位符 7"/>
          <p:cNvSpPr txBox="1"/>
          <p:nvPr>
            <p:ph type="body" idx="3" hasCustomPrompt="1"/>
            <p:custDataLst>
              <p:tags r:id="rId9"/>
            </p:custDataLst>
          </p:nvPr>
        </p:nvSpPr>
        <p:spPr>
          <a:xfrm>
            <a:off x="1041315" y="3521028"/>
            <a:ext cx="5012322" cy="859225"/>
          </a:xfrm>
          <a:noFill/>
        </p:spPr>
        <p:txBody>
          <a:bodyPr wrap="square" lIns="0" tIns="0" rIns="0" bIns="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000"/>
                </a:solidFill>
                <a:uFillTx/>
                <a:latin typeface="Arial" panose="020B060402020209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  <p:sp>
        <p:nvSpPr>
          <p:cNvPr id="9" name="文本占位符 8"/>
          <p:cNvSpPr/>
          <p:nvPr>
            <p:ph type="body" idx="5" hasCustomPrompt="1"/>
            <p:custDataLst>
              <p:tags r:id="rId10"/>
            </p:custDataLst>
          </p:nvPr>
        </p:nvSpPr>
        <p:spPr>
          <a:xfrm flipH="1">
            <a:off x="1065407" y="5144226"/>
            <a:ext cx="2234158" cy="547482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0" i="0" u="none" strike="noStrike" kern="1200" cap="none" spc="0" normalizeH="0" baseline="0" noProof="1" dirty="0">
                <a:solidFill>
                  <a:schemeClr val="lt1">
                    <a:lumMod val="50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单击此处添加文本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47" y="443242"/>
            <a:ext cx="10851672" cy="441941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292785" y="304200"/>
            <a:ext cx="11605795" cy="624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81533" y="1249219"/>
            <a:ext cx="9625899" cy="723562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1281046" y="2163690"/>
            <a:ext cx="9626099" cy="3445021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4823209" cy="6866255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170" y="770423"/>
            <a:ext cx="3959794" cy="881954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769" y="1764107"/>
            <a:ext cx="3956194" cy="409298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0934" y="770070"/>
            <a:ext cx="6479663" cy="5087672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1365" cy="2664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1968" y="781216"/>
            <a:ext cx="10975828" cy="626367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1968" y="1659622"/>
            <a:ext cx="10975403" cy="827957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43" y="2808089"/>
            <a:ext cx="10965029" cy="3430621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5029201"/>
            <a:ext cx="12191365" cy="1828799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768" y="669615"/>
            <a:ext cx="10975828" cy="565171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05" y="1681284"/>
            <a:ext cx="10990227" cy="321103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3969" y="5180426"/>
            <a:ext cx="11001027" cy="101154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1365" cy="9144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570" y="237612"/>
            <a:ext cx="11037025" cy="441941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570" y="1663275"/>
            <a:ext cx="5342122" cy="2894249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075" y="1663275"/>
            <a:ext cx="5367320" cy="2894249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370" y="4816820"/>
            <a:ext cx="5342122" cy="781159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2874" y="4813220"/>
            <a:ext cx="5367320" cy="781159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959353"/>
            <a:ext cx="12191365" cy="4939296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721" y="1339262"/>
            <a:ext cx="9143524" cy="2386676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696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5786" y="6349841"/>
            <a:ext cx="3959794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151" y="6349841"/>
            <a:ext cx="2699859" cy="316784"/>
          </a:xfrm>
        </p:spPr>
        <p:txBody>
          <a:bodyPr/>
          <a:lstStyle>
            <a:lvl1pPr>
              <a:defRPr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334" y="3862843"/>
            <a:ext cx="9143524" cy="1655914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33.xml"/><Relationship Id="rId23" Type="http://schemas.openxmlformats.org/officeDocument/2006/relationships/tags" Target="../tags/tag132.xml"/><Relationship Id="rId22" Type="http://schemas.openxmlformats.org/officeDocument/2006/relationships/tags" Target="../tags/tag131.xml"/><Relationship Id="rId21" Type="http://schemas.openxmlformats.org/officeDocument/2006/relationships/tags" Target="../tags/tag130.xml"/><Relationship Id="rId20" Type="http://schemas.openxmlformats.org/officeDocument/2006/relationships/tags" Target="../tags/tag129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8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47" y="443386"/>
            <a:ext cx="10851672" cy="441941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47" y="961527"/>
            <a:ext cx="10851672" cy="5388626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696" y="6349681"/>
            <a:ext cx="2699859" cy="31678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5786" y="6349681"/>
            <a:ext cx="3959794" cy="31678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152" y="6349681"/>
            <a:ext cx="2699859" cy="31678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17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90204" pitchFamily="34" charset="0"/>
          <a:ea typeface="汉仪君黑-35W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汉仪君黑-35W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汉仪君黑-35W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汉仪君黑-35W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汉仪君黑-35W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汉仪君黑-35W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image" Target="../media/image2.jpeg"/><Relationship Id="rId1" Type="http://schemas.openxmlformats.org/officeDocument/2006/relationships/tags" Target="../tags/tag13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image" Target="../media/image2.jpeg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tags" Target="../tags/tag14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image" Target="../media/image2.jpeg"/><Relationship Id="rId1" Type="http://schemas.openxmlformats.org/officeDocument/2006/relationships/tags" Target="../tags/tag15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image" Target="../media/image2.jpeg"/><Relationship Id="rId10" Type="http://schemas.openxmlformats.org/officeDocument/2006/relationships/slideLayout" Target="../slideLayouts/slideLayout18.xml"/><Relationship Id="rId1" Type="http://schemas.openxmlformats.org/officeDocument/2006/relationships/tags" Target="../tags/tag156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image" Target="../media/image2.jpeg"/><Relationship Id="rId1" Type="http://schemas.openxmlformats.org/officeDocument/2006/relationships/tags" Target="../tags/tag1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320040"/>
            <a:ext cx="8008620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Circuit Hero - Mk II Interactive Prototype</a:t>
            </a:r>
            <a:endParaRPr sz="34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51878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A story-driven circuit learning game for 12-16 year-old learners</a:t>
            </a:r>
            <a:endParaRPr sz="15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6" name="Rounded Rectangle 5"/>
          <p:cNvSpPr/>
          <p:nvPr>
            <p:custDataLst>
              <p:tags r:id="rId3"/>
            </p:custDataLst>
          </p:nvPr>
        </p:nvSpPr>
        <p:spPr>
          <a:xfrm>
            <a:off x="4389120" y="1600200"/>
            <a:ext cx="3383280" cy="347472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汉仪君黑-35W" charset="0"/>
              <a:cs typeface="汉仪君黑-35W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53712" y="1719072"/>
            <a:ext cx="3063240" cy="1799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Mk II scope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Tutorial + six sequential levels: basic circuit, switch, series, parallel, mixed/buzzer, and comprehensive challenge.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4" name="Rounded Rectangle 5"/>
          <p:cNvSpPr/>
          <p:nvPr>
            <p:custDataLst>
              <p:tags r:id="rId4"/>
            </p:custDataLst>
          </p:nvPr>
        </p:nvSpPr>
        <p:spPr>
          <a:xfrm>
            <a:off x="8051800" y="1600200"/>
            <a:ext cx="3383280" cy="347472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solidFill>
                <a:schemeClr val="lt1"/>
              </a:solidFill>
              <a:latin typeface="汉仪君黑-35W" charset="0"/>
              <a:cs typeface="汉仪君黑-35W" charset="0"/>
            </a:endParaRPr>
          </a:p>
        </p:txBody>
      </p:sp>
      <p:sp>
        <p:nvSpPr>
          <p:cNvPr id="8" name="Rounded Rectangle 5"/>
          <p:cNvSpPr/>
          <p:nvPr>
            <p:custDataLst>
              <p:tags r:id="rId5"/>
            </p:custDataLst>
          </p:nvPr>
        </p:nvSpPr>
        <p:spPr>
          <a:xfrm>
            <a:off x="739140" y="1600200"/>
            <a:ext cx="3383280" cy="347472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汉仪君黑-35W" charset="0"/>
              <a:cs typeface="汉仪君黑-35W" charset="0"/>
            </a:endParaRPr>
          </a:p>
        </p:txBody>
      </p:sp>
      <p:sp>
        <p:nvSpPr>
          <p:cNvPr id="11" name="TextBox 4"/>
          <p:cNvSpPr txBox="1"/>
          <p:nvPr>
            <p:custDataLst>
              <p:tags r:id="rId6"/>
            </p:custDataLst>
          </p:nvPr>
        </p:nvSpPr>
        <p:spPr>
          <a:xfrm>
            <a:off x="896112" y="1719072"/>
            <a:ext cx="3063240" cy="20764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Product idea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Players act as a town circuit repairer. They complete repairs by building and testing circuits, learning through visual current flow and feedback.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2" name="TextBox 8"/>
          <p:cNvSpPr txBox="1"/>
          <p:nvPr>
            <p:custDataLst>
              <p:tags r:id="rId7"/>
            </p:custDataLst>
          </p:nvPr>
        </p:nvSpPr>
        <p:spPr>
          <a:xfrm>
            <a:off x="8211312" y="1719072"/>
            <a:ext cx="3063240" cy="1799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Submission note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Guest demo is limited to Level 1. The full prototype flow is evaluated as the logged-in six-level Mk II prototype.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1" name="图片 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320040"/>
            <a:ext cx="4085590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Mk II Prototype Flow</a:t>
            </a:r>
            <a:endParaRPr sz="34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6564630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Evaluation focuses on the learning interaction, not on account management</a:t>
            </a:r>
            <a:endParaRPr sz="15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057400"/>
            <a:ext cx="1417320" cy="777240"/>
          </a:xfrm>
          <a:prstGeom prst="roundRect">
            <a:avLst/>
          </a:prstGeom>
          <a:solidFill>
            <a:srgbClr val="E8EEFA"/>
          </a:solidFill>
          <a:ln>
            <a:solidFill>
              <a:srgbClr val="2C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Start / tutorial</a:t>
            </a:r>
            <a:endParaRPr sz="11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5" name="Right Arrow 4"/>
          <p:cNvSpPr/>
          <p:nvPr>
            <p:custDataLst>
              <p:tags r:id="rId3"/>
            </p:custDataLst>
          </p:nvPr>
        </p:nvSpPr>
        <p:spPr>
          <a:xfrm>
            <a:off x="1847088" y="2212848"/>
            <a:ext cx="384048" cy="329184"/>
          </a:xfrm>
          <a:prstGeom prst="rightArrow">
            <a:avLst/>
          </a:prstGeom>
          <a:solidFill>
            <a:srgbClr val="2C66C2"/>
          </a:solidFill>
          <a:ln>
            <a:solidFill>
              <a:srgbClr val="2C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167128" y="2057400"/>
            <a:ext cx="1417320" cy="777240"/>
          </a:xfrm>
          <a:prstGeom prst="roundRect">
            <a:avLst/>
          </a:prstGeom>
          <a:solidFill>
            <a:srgbClr val="E8EEFA"/>
          </a:solidFill>
          <a:ln>
            <a:solidFill>
              <a:srgbClr val="2C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Level map</a:t>
            </a:r>
            <a:endParaRPr sz="11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7" name="Right Arrow 6"/>
          <p:cNvSpPr/>
          <p:nvPr>
            <p:custDataLst>
              <p:tags r:id="rId4"/>
            </p:custDataLst>
          </p:nvPr>
        </p:nvSpPr>
        <p:spPr>
          <a:xfrm>
            <a:off x="3511296" y="2212848"/>
            <a:ext cx="384048" cy="329184"/>
          </a:xfrm>
          <a:prstGeom prst="rightArrow">
            <a:avLst/>
          </a:prstGeom>
          <a:solidFill>
            <a:srgbClr val="2C66C2"/>
          </a:solidFill>
          <a:ln>
            <a:solidFill>
              <a:srgbClr val="2C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831336" y="2057400"/>
            <a:ext cx="1417320" cy="777240"/>
          </a:xfrm>
          <a:prstGeom prst="roundRect">
            <a:avLst/>
          </a:prstGeom>
          <a:solidFill>
            <a:srgbClr val="E8EEFA"/>
          </a:solidFill>
          <a:ln>
            <a:solidFill>
              <a:srgbClr val="2C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Build circuit</a:t>
            </a:r>
            <a:endParaRPr sz="11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9" name="Right Arrow 8"/>
          <p:cNvSpPr/>
          <p:nvPr>
            <p:custDataLst>
              <p:tags r:id="rId5"/>
            </p:custDataLst>
          </p:nvPr>
        </p:nvSpPr>
        <p:spPr>
          <a:xfrm>
            <a:off x="5175504" y="2212848"/>
            <a:ext cx="384048" cy="329184"/>
          </a:xfrm>
          <a:prstGeom prst="rightArrow">
            <a:avLst/>
          </a:prstGeom>
          <a:solidFill>
            <a:srgbClr val="2C66C2"/>
          </a:solidFill>
          <a:ln>
            <a:solidFill>
              <a:srgbClr val="2C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95544" y="2057400"/>
            <a:ext cx="1417320" cy="777240"/>
          </a:xfrm>
          <a:prstGeom prst="roundRect">
            <a:avLst/>
          </a:prstGeom>
          <a:solidFill>
            <a:srgbClr val="E8EEFA"/>
          </a:solidFill>
          <a:ln>
            <a:solidFill>
              <a:srgbClr val="2C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Power test</a:t>
            </a:r>
            <a:endParaRPr sz="11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1" name="Right Arrow 10"/>
          <p:cNvSpPr/>
          <p:nvPr>
            <p:custDataLst>
              <p:tags r:id="rId6"/>
            </p:custDataLst>
          </p:nvPr>
        </p:nvSpPr>
        <p:spPr>
          <a:xfrm>
            <a:off x="6839712" y="2212848"/>
            <a:ext cx="384048" cy="329184"/>
          </a:xfrm>
          <a:prstGeom prst="rightArrow">
            <a:avLst/>
          </a:prstGeom>
          <a:solidFill>
            <a:srgbClr val="2C66C2"/>
          </a:solidFill>
          <a:ln>
            <a:solidFill>
              <a:srgbClr val="2C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59752" y="2057400"/>
            <a:ext cx="1417320" cy="777240"/>
          </a:xfrm>
          <a:prstGeom prst="roundRect">
            <a:avLst/>
          </a:prstGeom>
          <a:solidFill>
            <a:srgbClr val="E8EEFA"/>
          </a:solidFill>
          <a:ln>
            <a:solidFill>
              <a:srgbClr val="2C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Feedback &amp; hint</a:t>
            </a:r>
            <a:endParaRPr sz="11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3" name="Right Arrow 12"/>
          <p:cNvSpPr/>
          <p:nvPr>
            <p:custDataLst>
              <p:tags r:id="rId7"/>
            </p:custDataLst>
          </p:nvPr>
        </p:nvSpPr>
        <p:spPr>
          <a:xfrm>
            <a:off x="8503920" y="2212848"/>
            <a:ext cx="384048" cy="329184"/>
          </a:xfrm>
          <a:prstGeom prst="rightArrow">
            <a:avLst/>
          </a:prstGeom>
          <a:solidFill>
            <a:srgbClr val="2C66C2"/>
          </a:solidFill>
          <a:ln>
            <a:solidFill>
              <a:srgbClr val="2C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823960" y="2057400"/>
            <a:ext cx="1417320" cy="777240"/>
          </a:xfrm>
          <a:prstGeom prst="roundRect">
            <a:avLst/>
          </a:prstGeom>
          <a:solidFill>
            <a:srgbClr val="E8EEFA"/>
          </a:solidFill>
          <a:ln>
            <a:solidFill>
              <a:srgbClr val="2C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Concept recap</a:t>
            </a:r>
            <a:endParaRPr sz="11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5" name="Right Arrow 14"/>
          <p:cNvSpPr/>
          <p:nvPr>
            <p:custDataLst>
              <p:tags r:id="rId8"/>
            </p:custDataLst>
          </p:nvPr>
        </p:nvSpPr>
        <p:spPr>
          <a:xfrm>
            <a:off x="10168128" y="2212848"/>
            <a:ext cx="384048" cy="329184"/>
          </a:xfrm>
          <a:prstGeom prst="rightArrow">
            <a:avLst/>
          </a:prstGeom>
          <a:solidFill>
            <a:srgbClr val="2C66C2"/>
          </a:solidFill>
          <a:ln>
            <a:solidFill>
              <a:srgbClr val="2C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0488168" y="2057400"/>
            <a:ext cx="1417320" cy="777240"/>
          </a:xfrm>
          <a:prstGeom prst="roundRect">
            <a:avLst/>
          </a:prstGeom>
          <a:solidFill>
            <a:srgbClr val="E8EEFA"/>
          </a:solidFill>
          <a:ln>
            <a:solidFill>
              <a:srgbClr val="2C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Unlock next level</a:t>
            </a:r>
            <a:endParaRPr sz="11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914400" y="3794760"/>
            <a:ext cx="4846320" cy="1913255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78992" y="3913632"/>
            <a:ext cx="4526280" cy="1799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Why six levels matter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The difficulty curve is part of the interaction design: users should move from simple closed circuits to branch-based reasoning and final free/comprehensive design.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9" name="Rounded Rectangle 18"/>
          <p:cNvSpPr/>
          <p:nvPr>
            <p:custDataLst>
              <p:tags r:id="rId10"/>
            </p:custDataLst>
          </p:nvPr>
        </p:nvSpPr>
        <p:spPr>
          <a:xfrm>
            <a:off x="6400800" y="3794760"/>
            <a:ext cx="4846320" cy="189230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65392" y="3913632"/>
            <a:ext cx="4526280" cy="124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What was evaluated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Tutorial clarity, component dragging, wire connection, power testing, error recovery, level progression, and learning feedback.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320040"/>
            <a:ext cx="375475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Evaluation Method</a:t>
            </a:r>
            <a:endParaRPr sz="34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4" name="Rounded Rectangle 5"/>
          <p:cNvSpPr/>
          <p:nvPr>
            <p:custDataLst>
              <p:tags r:id="rId3"/>
            </p:custDataLst>
          </p:nvPr>
        </p:nvSpPr>
        <p:spPr>
          <a:xfrm>
            <a:off x="735965" y="1325880"/>
            <a:ext cx="3383280" cy="420624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405701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Heuristic inspection + controlled usability test</a:t>
            </a:r>
            <a:endParaRPr sz="15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1444752"/>
            <a:ext cx="306324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Heuristic evaluation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Evaluator inspected the tutorial, level map, six-level workspace flow, feedback messages, and recovery controls using Nielsen’s 10 heuristics.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4"/>
            </p:custDataLst>
          </p:nvPr>
        </p:nvSpPr>
        <p:spPr>
          <a:xfrm>
            <a:off x="4389120" y="1325880"/>
            <a:ext cx="3383280" cy="420624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8" name="Rounded Rectangle 5"/>
          <p:cNvSpPr/>
          <p:nvPr>
            <p:custDataLst>
              <p:tags r:id="rId5"/>
            </p:custDataLst>
          </p:nvPr>
        </p:nvSpPr>
        <p:spPr>
          <a:xfrm>
            <a:off x="8042275" y="1325880"/>
            <a:ext cx="3383280" cy="420624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53712" y="1444752"/>
            <a:ext cx="3063240" cy="1799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User test tasks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T1: tutorial + Level 1</a:t>
            </a:r>
            <a:b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</a:b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T2: Levels 2-3</a:t>
            </a:r>
            <a:b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</a:b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T3: Levels 4-6</a:t>
            </a:r>
            <a:b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</a:b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T4: recover from a failed circuit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11312" y="1444752"/>
            <a:ext cx="3063240" cy="2076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Measures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Completion, time, number of errors, help requests, stuck points over 20 seconds, think-aloud notes, and five post-task questions.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320040"/>
            <a:ext cx="7077710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Pilot Findings from Participants A-D</a:t>
            </a:r>
            <a:endParaRPr sz="34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601789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The core flow works; later-level wiring and diagnosis need refinement</a:t>
            </a:r>
            <a:endParaRPr sz="15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6" name="Rounded Rectangle 5"/>
          <p:cNvSpPr/>
          <p:nvPr>
            <p:custDataLst>
              <p:tags r:id="rId3"/>
            </p:custDataLst>
          </p:nvPr>
        </p:nvSpPr>
        <p:spPr>
          <a:xfrm>
            <a:off x="3433445" y="1344930"/>
            <a:ext cx="2560320" cy="438912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93592" y="1353312"/>
            <a:ext cx="2240279" cy="2630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Common errors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Mis-selected terminals, testing before the circuit was complete, uncertainty around parallel branches, and over-reliance on trial-and-error.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6254750" y="1327785"/>
            <a:ext cx="2560320" cy="438912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82512" y="1353312"/>
            <a:ext cx="2240279" cy="2630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Positive evidence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Users understood the repair story, enjoyed the success animation, and used current movement to check whether their mental model was correct.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4" name="Rounded Rectangle 7"/>
          <p:cNvSpPr/>
          <p:nvPr>
            <p:custDataLst>
              <p:tags r:id="rId5"/>
            </p:custDataLst>
          </p:nvPr>
        </p:nvSpPr>
        <p:spPr>
          <a:xfrm>
            <a:off x="9076055" y="1327785"/>
            <a:ext cx="2560320" cy="438912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0" name="TextBox 10"/>
          <p:cNvSpPr txBox="1"/>
          <p:nvPr>
            <p:custDataLst>
              <p:tags r:id="rId6"/>
            </p:custDataLst>
          </p:nvPr>
        </p:nvSpPr>
        <p:spPr>
          <a:xfrm>
            <a:off x="9236202" y="1353312"/>
            <a:ext cx="2240279" cy="20764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Main risk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Failure messages tell users that the circuit is wrong, but not always why it is wrong in complex levels.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3" name="Rounded Rectangle 5"/>
          <p:cNvSpPr/>
          <p:nvPr>
            <p:custDataLst>
              <p:tags r:id="rId7"/>
            </p:custDataLst>
          </p:nvPr>
        </p:nvSpPr>
        <p:spPr>
          <a:xfrm>
            <a:off x="595630" y="1327785"/>
            <a:ext cx="2560320" cy="438912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14" name="TextBox 4"/>
          <p:cNvSpPr txBox="1"/>
          <p:nvPr>
            <p:custDataLst>
              <p:tags r:id="rId8"/>
            </p:custDataLst>
          </p:nvPr>
        </p:nvSpPr>
        <p:spPr>
          <a:xfrm>
            <a:off x="804671" y="1353312"/>
            <a:ext cx="2240279" cy="23533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Completion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4/4 completed Level 1-3.</a:t>
            </a:r>
            <a:b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</a:b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3/4 completed Level 4-6 unaided.</a:t>
            </a:r>
            <a:b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</a:b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4/4 completed with at least one hint available.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320040"/>
            <a:ext cx="6856095" cy="6140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>
                <a:solidFill>
                  <a:schemeClr val="accent1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Recommended Mk II Improvements</a:t>
            </a:r>
            <a:endParaRPr sz="3400">
              <a:solidFill>
                <a:schemeClr val="accen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559810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Priority changes before final submission</a:t>
            </a:r>
            <a:endParaRPr sz="15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4" name="Rounded Rectangle 3"/>
          <p:cNvSpPr/>
          <p:nvPr>
            <p:custDataLst>
              <p:tags r:id="rId3"/>
            </p:custDataLst>
          </p:nvPr>
        </p:nvSpPr>
        <p:spPr>
          <a:xfrm>
            <a:off x="731520" y="1473835"/>
            <a:ext cx="3383280" cy="438912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1592707"/>
            <a:ext cx="3063240" cy="2353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High priority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1. Highlight active terminals and preview wires.</a:t>
            </a:r>
            <a:b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</a:b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2. Diagnose failures: open circuit, short circuit, missing part, switch off.</a:t>
            </a:r>
            <a:b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</a:b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3. Reduce Level 4-6 workspace clutter.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6" name="Rounded Rectangle 5"/>
          <p:cNvSpPr/>
          <p:nvPr>
            <p:custDataLst>
              <p:tags r:id="rId4"/>
            </p:custDataLst>
          </p:nvPr>
        </p:nvSpPr>
        <p:spPr>
          <a:xfrm>
            <a:off x="4389120" y="1473835"/>
            <a:ext cx="3383280" cy="438912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53712" y="1592707"/>
            <a:ext cx="3063240" cy="2353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Medium priority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1. Add a persistent tutorial/help icon.</a:t>
            </a:r>
            <a:b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</a:b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2. Make the “Next Level” button dominant after success.</a:t>
            </a:r>
            <a:b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</a:b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Yuanti SC Regular" panose="02010600040101010101" charset="-122"/>
              </a:rPr>
              <a:t>3. Add concept cards for series vs parallel differences.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Yuanti SC Regular" panose="02010600040101010101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5"/>
            </p:custDataLst>
          </p:nvPr>
        </p:nvSpPr>
        <p:spPr>
          <a:xfrm>
            <a:off x="8046720" y="1473835"/>
            <a:ext cx="3383280" cy="4389120"/>
          </a:xfrm>
          <a:prstGeom prst="roundRect">
            <a:avLst/>
          </a:prstGeom>
          <a:solidFill>
            <a:srgbClr val="F5F7FC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11312" y="1592707"/>
            <a:ext cx="3063240" cy="2353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Design conclusion</a:t>
            </a:r>
            <a:endParaRPr sz="16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  <a:p>
            <a:pPr>
              <a:spcBef>
                <a:spcPts val="600"/>
              </a:spcBef>
              <a:defRPr sz="1200">
                <a:solidFill>
                  <a:srgbClr val="23272F"/>
                </a:solidFill>
              </a:defRPr>
            </a:pPr>
            <a:r>
              <a:rPr sz="1800">
                <a:solidFill>
                  <a:srgbClr val="000000"/>
                </a:solidFill>
                <a:latin typeface="Yuanti SC Regular" panose="02010600040101010101" charset="-122"/>
                <a:ea typeface="Yuanti SC Regular" panose="02010600040101010101" charset="-122"/>
                <a:cs typeface="汉仪君黑-35W" charset="0"/>
              </a:rPr>
              <a:t>Circuit Hero Mk II is ready as a six-level learning prototype. The next iteration should strengthen guidance and recovery as the circuit concepts become more complex.</a:t>
            </a:r>
            <a:endParaRPr sz="1800">
              <a:solidFill>
                <a:srgbClr val="000000"/>
              </a:solidFill>
              <a:latin typeface="Yuanti SC Regular" panose="02010600040101010101" charset="-122"/>
              <a:ea typeface="Yuanti SC Regular" panose="02010600040101010101" charset="-122"/>
              <a:cs typeface="汉仪君黑-35W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6*i*1"/>
  <p:tag name="KSO_WM_BEAUTIFY_FLAG" val="#wm#"/>
  <p:tag name="KSO_WM_TAG_VERSION" val="1.0"/>
  <p:tag name="KSO_WM_CHIP_GROUPID" val="61a9bbcdf40d6225060c7b88"/>
  <p:tag name="KSO_WM_CHIP_XID" val="61c0414f7d221a2e4b627aa8"/>
  <p:tag name="KSO_WM_UNIT_DEC_AREA_ID" val="dee87121aab54c86bd8397098901a64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fe8c4cb0ff3452e9b07da9e66d7552d"/>
</p:tagLst>
</file>

<file path=ppt/tags/tag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UNIT_DEFAULT_FONT" val="66;72;2"/>
  <p:tag name="KSO_WM_UNIT_BLOCK" val="0"/>
  <p:tag name="KSO_WM_UNIT_DEC_AREA_ID" val="779ef2c2a0de405a90f03eb93491ab15"/>
  <p:tag name="KSO_WM_UNIT_ISCONTENTSTITLE" val="0"/>
  <p:tag name="KSO_WM_UNIT_ISNUMDGMTITLE" val="0"/>
  <p:tag name="KSO_WM_UNIT_PRESET_TEXT" val="设计年终工作总结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238_1*a*1"/>
  <p:tag name="KSO_WM_TEMPLATE_CATEGORY" val="custom"/>
  <p:tag name="KSO_WM_TEMPLATE_INDEX" val="20221238"/>
  <p:tag name="KSO_WM_UNIT_LAYERLEVEL" val="1"/>
  <p:tag name="KSO_WM_TAG_VERSION" val="1.0"/>
  <p:tag name="KSO_WM_BEAUTIFY_FLAG" val="#wm#"/>
  <p:tag name="KSO_WM_CHIP_GROUPID" val="6193207418adb49c6c1f3e1f"/>
  <p:tag name="KSO_WM_CHIP_XID" val="6193207418adb49c6c1f3e1c"/>
  <p:tag name="KSO_WM_CHIP_FILLAREA_FILL_RULE" val="{&quot;fill_align&quot;:&quot;lm&quot;,&quot;fill_mode&quot;:&quot;adaptive&quot;,&quot;sacle_strategy&quot;:&quot;smart&quot;}"/>
  <p:tag name="KSO_WM_ASSEMBLE_CHIP_INDEX" val="ba9989f4e8d44f8b8694f4031b6b3594"/>
  <p:tag name="KSO_WM_UNIT_TEXT_FILL_FORE_SCHEMECOLOR_INDEX_BRIGHTNESS" val="0"/>
  <p:tag name="KSO_WM_UNIT_TEXT_FILL_FORE_SCHEMECOLOR_INDEX" val="13"/>
  <p:tag name="KSO_WM_UNIT_TEXT_FILL_TYPE" val="1"/>
  <p:tag name="KSO_WM_TEMPLATE_ASSEMBLE_XID" val="61c3dde866047d4ba58374f7"/>
  <p:tag name="KSO_WM_TEMPLATE_ASSEMBLE_GROUPID" val="61c3dde866047d4ba58374f7"/>
</p:tagLst>
</file>

<file path=ppt/tags/tag6.xml><?xml version="1.0" encoding="utf-8"?>
<p:tagLst xmlns:p="http://schemas.openxmlformats.org/presentationml/2006/main">
  <p:tag name="KSO_WM_UNIT_DEFAULT_FONT" val="18;20;2"/>
  <p:tag name="KSO_WM_UNIT_BLOCK" val="0"/>
  <p:tag name="KSO_WM_UNIT_DEC_AREA_ID" val="f3d582ea69fc4dd7b2a53116af1bf831"/>
  <p:tag name="KSO_WM_UNIT_ISCONTENTSTITLE" val="0"/>
  <p:tag name="KSO_WM_UNIT_ISNUMDGMTITLE" val="0"/>
  <p:tag name="KSO_WM_UNIT_PRESET_TEXT" val=" 单/击/此/处/添/加/副/标/题"/>
  <p:tag name="KSO_WM_UNIT_NOCLEAR" val="0"/>
  <p:tag name="KSO_WM_UNIT_VALUE" val="3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1238_1*b*1"/>
  <p:tag name="KSO_WM_TEMPLATE_CATEGORY" val="custom"/>
  <p:tag name="KSO_WM_TEMPLATE_INDEX" val="20221238"/>
  <p:tag name="KSO_WM_UNIT_LAYERLEVEL" val="1"/>
  <p:tag name="KSO_WM_TAG_VERSION" val="1.0"/>
  <p:tag name="KSO_WM_BEAUTIFY_FLAG" val="#wm#"/>
  <p:tag name="KSO_WM_CHIP_GROUPID" val="6193207418adb49c6c1f3e1f"/>
  <p:tag name="KSO_WM_CHIP_XID" val="6193207418adb49c6c1f3e1c"/>
  <p:tag name="KSO_WM_CHIP_FILLAREA_FILL_RULE" val="{&quot;fill_align&quot;:&quot;lm&quot;,&quot;fill_mode&quot;:&quot;adaptive&quot;,&quot;sacle_strategy&quot;:&quot;smart&quot;}"/>
  <p:tag name="KSO_WM_ASSEMBLE_CHIP_INDEX" val="ba9989f4e8d44f8b8694f4031b6b3594"/>
  <p:tag name="KSO_WM_UNIT_TEXT_FILL_FORE_SCHEMECOLOR_INDEX_BRIGHTNESS" val="0"/>
  <p:tag name="KSO_WM_UNIT_TEXT_FILL_FORE_SCHEMECOLOR_INDEX" val="13"/>
  <p:tag name="KSO_WM_UNIT_TEXT_FILL_TYPE" val="1"/>
  <p:tag name="KSO_WM_TEMPLATE_ASSEMBLE_XID" val="61c3dde866047d4ba58374f7"/>
  <p:tag name="KSO_WM_TEMPLATE_ASSEMBLE_GROUPID" val="61c3dde866047d4ba58374f7"/>
</p:tagLst>
</file>

<file path=ppt/tags/tag7.xml><?xml version="1.0" encoding="utf-8"?>
<p:tagLst xmlns:p="http://schemas.openxmlformats.org/presentationml/2006/main">
  <p:tag name="KSO_WM_UNIT_BLOCK" val="0"/>
  <p:tag name="KSO_WM_UNIT_DEC_AREA_ID" val="b43a8dfc0d994de2a2573869e4b745d4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21238_1*i*1"/>
  <p:tag name="KSO_WM_TEMPLATE_CATEGORY" val="custom"/>
  <p:tag name="KSO_WM_TEMPLATE_INDEX" val="20221238"/>
  <p:tag name="KSO_WM_UNIT_LAYERLEVEL" val="1"/>
  <p:tag name="KSO_WM_TAG_VERSION" val="1.0"/>
  <p:tag name="KSO_WM_BEAUTIFY_FLAG" val="#wm#"/>
  <p:tag name="KSO_WM_CHIP_GROUPID" val="6193207418adb49c6c1f3e1f"/>
  <p:tag name="KSO_WM_CHIP_XID" val="6193207418adb49c6c1f3e1c"/>
  <p:tag name="KSO_WM_CHIP_FILLAREA_FILL_RULE" val="{&quot;fill_align&quot;:&quot;lm&quot;,&quot;fill_mode&quot;:&quot;adaptive&quot;,&quot;sacle_strategy&quot;:&quot;smart&quot;}"/>
  <p:tag name="KSO_WM_UNIT_DEC_SUPPORTCHANGEPIC" val="0"/>
  <p:tag name="KSO_WM_UNIT_DEC_CHANGEPICRESERVED" val="0"/>
  <p:tag name="KSO_WM_ASSEMBLE_CHIP_INDEX" val="ba9989f4e8d44f8b8694f4031b6b3594"/>
  <p:tag name="KSO_WM_UNIT_LINE_FORE_SCHEMECOLOR_INDEX_BRIGHTNESS" val="0"/>
  <p:tag name="KSO_WM_UNIT_LINE_FORE_SCHEMECOLOR_INDEX" val="5"/>
  <p:tag name="KSO_WM_UNIT_LINE_FILL_TYPE" val="2"/>
  <p:tag name="KSO_WM_TEMPLATE_ASSEMBLE_XID" val="61c3dde866047d4ba58374f7"/>
  <p:tag name="KSO_WM_TEMPLATE_ASSEMBLE_GROUPID" val="61c3dde866047d4ba58374f7"/>
</p:tagLst>
</file>

<file path=ppt/tags/tag8.xml><?xml version="1.0" encoding="utf-8"?>
<p:tagLst xmlns:p="http://schemas.openxmlformats.org/presentationml/2006/main">
  <p:tag name="KSO_WM_UNIT_BLOCK" val="0"/>
  <p:tag name="KSO_WM_UNIT_DEC_AREA_ID" val="89a5156381d4413b993d061ce53c587d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21238_1*i*2"/>
  <p:tag name="KSO_WM_TEMPLATE_CATEGORY" val="custom"/>
  <p:tag name="KSO_WM_TEMPLATE_INDEX" val="20221238"/>
  <p:tag name="KSO_WM_UNIT_LAYERLEVEL" val="1"/>
  <p:tag name="KSO_WM_TAG_VERSION" val="1.0"/>
  <p:tag name="KSO_WM_BEAUTIFY_FLAG" val="#wm#"/>
  <p:tag name="KSO_WM_CHIP_GROUPID" val="6193207418adb49c6c1f3e1f"/>
  <p:tag name="KSO_WM_CHIP_XID" val="6193207418adb49c6c1f3e1c"/>
  <p:tag name="KSO_WM_CHIP_FILLAREA_FILL_RULE" val="{&quot;fill_align&quot;:&quot;lm&quot;,&quot;fill_mode&quot;:&quot;adaptive&quot;,&quot;sacle_strategy&quot;:&quot;smart&quot;}"/>
  <p:tag name="KSO_WM_UNIT_DEC_SUPPORTCHANGEPIC" val="0"/>
  <p:tag name="KSO_WM_UNIT_DEC_CHANGEPICRESERVED" val="0"/>
  <p:tag name="KSO_WM_ASSEMBLE_CHIP_INDEX" val="ba9989f4e8d44f8b8694f4031b6b3594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VALUE" val="13"/>
  <p:tag name="KSO_WM_TEMPLATE_ASSEMBLE_XID" val="61c3dde866047d4ba58374f7"/>
  <p:tag name="KSO_WM_TEMPLATE_ASSEMBLE_GROUPID" val="61c3dde866047d4ba58374f7"/>
</p:tagLst>
</file>

<file path=ppt/tags/tag9.xml><?xml version="1.0" encoding="utf-8"?>
<p:tagLst xmlns:p="http://schemas.openxmlformats.org/presentationml/2006/main">
  <p:tag name="KSO_WM_UNIT_DEFAULT_FONT" val="16;18;2"/>
  <p:tag name="KSO_WM_UNIT_BLOCK" val="0"/>
  <p:tag name="KSO_WM_UNIT_DEC_AREA_ID" val="721a65bc66324b209ad2c809b3e1b41b"/>
  <p:tag name="KSO_WM_UNIT_SUBTYPE" val="a"/>
  <p:tag name="KSO_WM_UNIT_PRESET_TEXT" val="单击此处添加文本具体内容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1238_1*f*1"/>
  <p:tag name="KSO_WM_TEMPLATE_CATEGORY" val="custom"/>
  <p:tag name="KSO_WM_TEMPLATE_INDEX" val="20221238"/>
  <p:tag name="KSO_WM_UNIT_LAYERLEVEL" val="1"/>
  <p:tag name="KSO_WM_TAG_VERSION" val="1.0"/>
  <p:tag name="KSO_WM_BEAUTIFY_FLAG" val="#wm#"/>
  <p:tag name="KSO_WM_CHIP_GROUPID" val="6193207418adb49c6c1f3e1f"/>
  <p:tag name="KSO_WM_CHIP_XID" val="6193207418adb49c6c1f3e1c"/>
  <p:tag name="KSO_WM_CHIP_FILLAREA_FILL_RULE" val="{&quot;fill_align&quot;:&quot;lm&quot;,&quot;fill_mode&quot;:&quot;adaptive&quot;,&quot;sacle_strategy&quot;:&quot;smart&quot;}"/>
  <p:tag name="KSO_WM_ASSEMBLE_CHIP_INDEX" val="ba9989f4e8d44f8b8694f4031b6b3594"/>
  <p:tag name="KSO_WM_UNIT_TEXT_FILL_FORE_SCHEMECOLOR_INDEX_BRIGHTNESS" val="0"/>
  <p:tag name="KSO_WM_UNIT_TEXT_FILL_FORE_SCHEMECOLOR_INDEX" val="13"/>
  <p:tag name="KSO_WM_UNIT_TEXT_FILL_TYPE" val="1"/>
  <p:tag name="KSO_WM_TEMPLATE_ASSEMBLE_XID" val="61c3dde866047d4ba58374f7"/>
  <p:tag name="KSO_WM_TEMPLATE_ASSEMBLE_GROUPID" val="61c3dde866047d4ba58374f7"/>
</p:tagLst>
</file>

<file path=ppt/tags/tag10.xml><?xml version="1.0" encoding="utf-8"?>
<p:tagLst xmlns:p="http://schemas.openxmlformats.org/presentationml/2006/main">
  <p:tag name="KSO_WM_UNIT_BLOCK" val="0"/>
  <p:tag name="KSO_WM_UNIT_DEC_AREA_ID" val="dcf269dfe4b5477fb5a93a26d9ad0147"/>
  <p:tag name="KSO_WM_UNIT_SUBTYPE" val="a"/>
  <p:tag name="KSO_WM_UNIT_PRESET_TEXT" val="演讲人姓名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21238_1*f*2"/>
  <p:tag name="KSO_WM_TEMPLATE_CATEGORY" val="custom"/>
  <p:tag name="KSO_WM_TEMPLATE_INDEX" val="20221238"/>
  <p:tag name="KSO_WM_UNIT_LAYERLEVEL" val="1"/>
  <p:tag name="KSO_WM_TAG_VERSION" val="1.0"/>
  <p:tag name="KSO_WM_BEAUTIFY_FLAG" val="#wm#"/>
  <p:tag name="KSO_WM_CHIP_GROUPID" val="6193207418adb49c6c1f3e1f"/>
  <p:tag name="KSO_WM_CHIP_XID" val="6193207418adb49c6c1f3e1c"/>
  <p:tag name="KSO_WM_CHIP_FILLAREA_FILL_RULE" val="{&quot;fill_align&quot;:&quot;lm&quot;,&quot;fill_mode&quot;:&quot;adaptive&quot;,&quot;sacle_strategy&quot;:&quot;smart&quot;}"/>
  <p:tag name="KSO_WM_ASSEMBLE_CHIP_INDEX" val="ba9989f4e8d44f8b8694f4031b6b3594"/>
  <p:tag name="KSO_WM_UNIT_TEXT_FILL_FORE_SCHEMECOLOR_INDEX_BRIGHTNESS" val="0"/>
  <p:tag name="KSO_WM_UNIT_TEXT_FILL_FORE_SCHEMECOLOR_INDEX" val="13"/>
  <p:tag name="KSO_WM_UNIT_TEXT_FILL_TYPE" val="1"/>
  <p:tag name="KSO_WM_TEMPLATE_ASSEMBLE_XID" val="61c3dde866047d4ba58374f7"/>
  <p:tag name="KSO_WM_TEMPLATE_ASSEMBLE_GROUPID" val="61c3dde866047d4ba58374f7"/>
</p:tagLst>
</file>

<file path=ppt/tags/tag11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ba2bef8cc41a4b01bea7aa91fd63065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73b8c5b17b1411f8ec2b2497508486d"/>
</p:tagLst>
</file>

<file path=ppt/tags/tag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3*i*1"/>
  <p:tag name="KSO_WM_BEAUTIFY_FLAG" val="#wm#"/>
  <p:tag name="KSO_WM_TAG_VERSION" val="1.0"/>
  <p:tag name="KSO_WM_CHIP_GROUPID" val="61a9bbcdf40d6225060c7b88"/>
  <p:tag name="KSO_WM_CHIP_XID" val="61c0414f7d221a2e4b627a94"/>
  <p:tag name="KSO_WM_UNIT_DEC_AREA_ID" val="23b594c7676d4530a78732623fbe3484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0ad945c1d4143c99408ff72ca27f278"/>
</p:tagLst>
</file>

<file path=ppt/tags/tag18.xml><?xml version="1.0" encoding="utf-8"?>
<p:tagLst xmlns:p="http://schemas.openxmlformats.org/presentationml/2006/main">
  <p:tag name="KSO_WM_UNIT_SUBTYPE" val="t"/>
  <p:tag name="KSO_WM_TEMPLATE_CATEGORY" val="chip"/>
  <p:tag name="KSO_WM_TEMPLATE_INDEX" val="20221238"/>
  <p:tag name="KSO_WM_UNIT_TYPE" val="i"/>
  <p:tag name="KSO_WM_UNIT_INDEX" val="1"/>
  <p:tag name="KSO_WM_UNIT_ID" val="chip20221238_5*i*1"/>
  <p:tag name="KSO_WM_BEAUTIFY_FLAG" val="#wm#"/>
  <p:tag name="KSO_WM_TAG_VERSION" val="1.0"/>
  <p:tag name="KSO_WM_CHIP_GROUPID" val="61a9bbcdf40d6225060c7b88"/>
  <p:tag name="KSO_WM_CHIP_XID" val="61c0414f7d221a2e4b627a91"/>
  <p:tag name="KSO_WM_UNIT_DEC_AREA_ID" val="a30e8e3667244c5aa6c7a6d46810c162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39df463387a47e4b6ae91c3ca83cfd8"/>
</p:tagLst>
</file>

<file path=ppt/tags/tag19.xml><?xml version="1.0" encoding="utf-8"?>
<p:tagLst xmlns:p="http://schemas.openxmlformats.org/presentationml/2006/main">
  <p:tag name="KSO_WM_UNIT_SUBTYPE" val="t"/>
  <p:tag name="KSO_WM_TEMPLATE_CATEGORY" val="chip"/>
  <p:tag name="KSO_WM_TEMPLATE_INDEX" val="20221238"/>
  <p:tag name="KSO_WM_UNIT_TYPE" val="i"/>
  <p:tag name="KSO_WM_UNIT_INDEX" val="1"/>
  <p:tag name="KSO_WM_UNIT_ID" val="chip20221238_4*i*1"/>
  <p:tag name="KSO_WM_BEAUTIFY_FLAG" val="#wm#"/>
  <p:tag name="KSO_WM_TAG_VERSION" val="1.0"/>
  <p:tag name="KSO_WM_CHIP_GROUPID" val="61a9bbcdf40d6225060c7b88"/>
  <p:tag name="KSO_WM_CHIP_XID" val="61c0414f7d221a2e4b627a90"/>
  <p:tag name="KSO_WM_UNIT_DEC_AREA_ID" val="e6694058d5774839a2ede1cc32e0383d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a10494e1c6e40c48f54081d08c177d7"/>
</p:tagLst>
</file>

<file path=ppt/tags/tag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238_1*a*1"/>
  <p:tag name="KSO_WM_TEMPLATE_CATEGORY" val="custom"/>
  <p:tag name="KSO_WM_TEMPLATE_INDEX" val="20221238"/>
  <p:tag name="KSO_WM_UNIT_LAYERLEVEL" val="1"/>
  <p:tag name="KSO_WM_TAG_VERSION" val="1.0"/>
  <p:tag name="KSO_WM_BEAUTIFY_FLAG" val="#wm#"/>
  <p:tag name="KSO_WM_UNIT_DEFAULT_FONT" val="60;66;2"/>
  <p:tag name="KSO_WM_UNIT_BLOCK" val="0"/>
  <p:tag name="KSO_WM_UNIT_DEC_AREA_ID" val="fdc3af15e0f945fc94d61fa62a0b5ef1"/>
  <p:tag name="KSO_WM_CHIP_GROUPID" val="61849109a6a891b1f9dbb830"/>
  <p:tag name="KSO_WM_CHIP_XID" val="61849109a6a891b1f9dbb82d"/>
  <p:tag name="KSO_WM_CHIP_FILLAREA_FILL_RULE" val="{&quot;fill_align&quot;:&quot;cm&quot;,&quot;fill_mode&quot;:&quot;adaptive&quot;,&quot;sacle_strategy&quot;:&quot;smart&quot;}"/>
  <p:tag name="KSO_WM_ASSEMBLE_CHIP_INDEX" val="67cb2403f5984199b4891ee212971ce7"/>
  <p:tag name="KSO_WM_UNIT_TEXT_FILL_FORE_SCHEMECOLOR_INDEX_BRIGHTNESS" val="0.25"/>
  <p:tag name="KSO_WM_UNIT_TEXT_FILL_FORE_SCHEMECOLOR_INDEX" val="13"/>
  <p:tag name="KSO_WM_UNIT_TEXT_FILL_TYPE" val="1"/>
  <p:tag name="KSO_WM_TEMPLATE_ASSEMBLE_XID" val="61c3dde8baf091513d997e4e"/>
  <p:tag name="KSO_WM_TEMPLATE_ASSEMBLE_GROUPID" val="61c3dde8baf091513d997e4e"/>
</p:tagLst>
</file>

<file path=ppt/tags/tag24.xml><?xml version="1.0" encoding="utf-8"?>
<p:tagLst xmlns:p="http://schemas.openxmlformats.org/presentationml/2006/main">
  <p:tag name="KSO_WM_UNIT_SUBTYPE" val="a"/>
  <p:tag name="KSO_WM_UNIT_PRESET_TEXT" val="单击此处添加正文，文字是您思想的提炼，为了演示发布的良好效果，请言简意赅地阐述您的观点。"/>
  <p:tag name="KSO_WM_UNIT_NOCLEAR" val="0"/>
  <p:tag name="KSO_WM_UNIT_VALUE" val="7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1238_1*f*1"/>
  <p:tag name="KSO_WM_TEMPLATE_CATEGORY" val="custom"/>
  <p:tag name="KSO_WM_TEMPLATE_INDEX" val="20221238"/>
  <p:tag name="KSO_WM_UNIT_LAYERLEVEL" val="1"/>
  <p:tag name="KSO_WM_TAG_VERSION" val="1.0"/>
  <p:tag name="KSO_WM_BEAUTIFY_FLAG" val="#wm#"/>
  <p:tag name="KSO_WM_UNIT_DEFAULT_FONT" val="14;14;2"/>
  <p:tag name="KSO_WM_UNIT_BLOCK" val="0"/>
  <p:tag name="KSO_WM_UNIT_DEC_AREA_ID" val="d327ed1501b945829dfacf9c521f1d6b"/>
  <p:tag name="KSO_WM_CHIP_GROUPID" val="61849109a6a891b1f9dbb830"/>
  <p:tag name="KSO_WM_CHIP_XID" val="61849109a6a891b1f9dbb82d"/>
  <p:tag name="KSO_WM_CHIP_FILLAREA_FILL_RULE" val="{&quot;fill_align&quot;:&quot;cm&quot;,&quot;fill_mode&quot;:&quot;adaptive&quot;,&quot;sacle_strategy&quot;:&quot;smart&quot;}"/>
  <p:tag name="KSO_WM_ASSEMBLE_CHIP_INDEX" val="67cb2403f5984199b4891ee212971ce7"/>
  <p:tag name="KSO_WM_UNIT_TEXT_FILL_FORE_SCHEMECOLOR_INDEX_BRIGHTNESS" val="0.5"/>
  <p:tag name="KSO_WM_UNIT_TEXT_FILL_FORE_SCHEMECOLOR_INDEX" val="13"/>
  <p:tag name="KSO_WM_UNIT_TEXT_FILL_TYPE" val="1"/>
  <p:tag name="KSO_WM_TEMPLATE_ASSEMBLE_XID" val="61c3dde8baf091513d997e4e"/>
  <p:tag name="KSO_WM_TEMPLATE_ASSEMBLE_GROUPID" val="61c3dde8baf091513d997e4e"/>
</p:tagLst>
</file>

<file path=ppt/tags/tag25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ba2bef8cc41a4b01bea7aa91fd63065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73b8c5b17b1411f8ec2b2497508486d"/>
</p:tagLst>
</file>

<file path=ppt/tags/tag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ba2bef8cc41a4b01bea7aa91fd63065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73b8c5b17b1411f8ec2b2497508486d"/>
</p:tagLst>
</file>

<file path=ppt/tags/tag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2*i*1"/>
  <p:tag name="KSO_WM_BEAUTIFY_FLAG" val="#wm#"/>
  <p:tag name="KSO_WM_TAG_VERSION" val="1.0"/>
  <p:tag name="KSO_WM_CHIP_GROUPID" val="61a9bbcdf40d6225060c7b88"/>
  <p:tag name="KSO_WM_CHIP_XID" val="61c0414f7d221a2e4b627a86"/>
  <p:tag name="KSO_WM_UNIT_DEC_AREA_ID" val="3adf157ead354d98852238c227e5923c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bb7939c9b894ce08b033d07e8f56b6c"/>
</p:tagLst>
</file>

<file path=ppt/tags/tag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ba2bef8cc41a4b01bea7aa91fd63065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73b8c5b17b1411f8ec2b2497508486d"/>
</p:tagLst>
</file>

<file path=ppt/tags/tag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6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ba2bef8cc41a4b01bea7aa91fd63065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73b8c5b17b1411f8ec2b2497508486d"/>
</p:tagLst>
</file>

<file path=ppt/tags/tag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ba2bef8cc41a4b01bea7aa91fd63065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73b8c5b17b1411f8ec2b2497508486d"/>
</p:tagLst>
</file>

<file path=ppt/tags/tag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7*i*1"/>
  <p:tag name="KSO_WM_BEAUTIFY_FLAG" val="#wm#"/>
  <p:tag name="KSO_WM_TAG_VERSION" val="1.0"/>
  <p:tag name="KSO_WM_CHIP_GROUPID" val="61a9bbcdf40d6225060c7b88"/>
  <p:tag name="KSO_WM_CHIP_XID" val="61c0414f7d221a2e4b627a87"/>
  <p:tag name="KSO_WM_UNIT_DEC_AREA_ID" val="68179e1bcd1947fd961a1ce67da9c3e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8339a1f48534de6a96219abbff90584"/>
</p:tagLst>
</file>

<file path=ppt/tags/tag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.xml><?xml version="1.0" encoding="utf-8"?>
<p:tagLst xmlns:p="http://schemas.openxmlformats.org/presentationml/2006/main">
  <p:tag name="KSO_WM_UNIT_DEFAULT_FONT" val="36;41;2"/>
  <p:tag name="KSO_WM_UNIT_BLOCK" val="0"/>
  <p:tag name="KSO_WM_UNIT_DEC_AREA_ID" val="ef8276a60a91413999aa68e87295fa1e"/>
  <p:tag name="KSO_WM_UNIT_ISCONTENTSTITLE" val="0"/>
  <p:tag name="KSO_WM_UNIT_ISNUMDGMTITLE" val="0"/>
  <p:tag name="KSO_WM_UNIT_PRESET_TEXT" val="谢谢观看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238_1*a*1"/>
  <p:tag name="KSO_WM_TEMPLATE_CATEGORY" val="custom"/>
  <p:tag name="KSO_WM_TEMPLATE_INDEX" val="20221238"/>
  <p:tag name="KSO_WM_UNIT_LAYERLEVEL" val="1"/>
  <p:tag name="KSO_WM_TAG_VERSION" val="1.0"/>
  <p:tag name="KSO_WM_BEAUTIFY_FLAG" val="#wm#"/>
  <p:tag name="KSO_WM_CHIP_GROUPID" val="6167d200a28ed723e774ee1f"/>
  <p:tag name="KSO_WM_CHIP_XID" val="6167d200a28ed723e774ee20"/>
  <p:tag name="KSO_WM_CHIP_FILLAREA_FILL_RULE" val="{&quot;fill_align&quot;:&quot;lm&quot;,&quot;fill_mode&quot;:&quot;adaptive&quot;,&quot;sacle_strategy&quot;:&quot;smart&quot;}"/>
  <p:tag name="KSO_WM_ASSEMBLE_CHIP_INDEX" val="0c22b80c7dac4ac9996a6718f7d7d637"/>
  <p:tag name="KSO_WM_TEMPLATE_ASSEMBLE_XID" val="61c3dde866047d4ba5837514"/>
  <p:tag name="KSO_WM_TEMPLATE_ASSEMBLE_GROUPID" val="61c3dde866047d4ba5837514"/>
</p:tagLst>
</file>

<file path=ppt/tags/tag72.xml><?xml version="1.0" encoding="utf-8"?>
<p:tagLst xmlns:p="http://schemas.openxmlformats.org/presentationml/2006/main">
  <p:tag name="KSO_WM_UNIT_DEFAULT_FONT" val="28;34;2"/>
  <p:tag name="KSO_WM_UNIT_BLOCK" val="0"/>
  <p:tag name="KSO_WM_UNIT_DEC_AREA_ID" val="abc3becf8e8045fd980ad1125c76a0e5"/>
  <p:tag name="KSO_WM_UNIT_ISCONTENTSTITLE" val="0"/>
  <p:tag name="KSO_WM_UNIT_ISNUMDGMTITLE" val="0"/>
  <p:tag name="KSO_WM_UNIT_PRESET_TEXT" val="单击此处添加副标题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1238_1*b*1"/>
  <p:tag name="KSO_WM_TEMPLATE_CATEGORY" val="custom"/>
  <p:tag name="KSO_WM_TEMPLATE_INDEX" val="20221238"/>
  <p:tag name="KSO_WM_UNIT_LAYERLEVEL" val="1"/>
  <p:tag name="KSO_WM_TAG_VERSION" val="1.0"/>
  <p:tag name="KSO_WM_BEAUTIFY_FLAG" val="#wm#"/>
  <p:tag name="KSO_WM_CHIP_GROUPID" val="6167d200a28ed723e774ee1f"/>
  <p:tag name="KSO_WM_CHIP_XID" val="6167d200a28ed723e774ee20"/>
  <p:tag name="KSO_WM_CHIP_FILLAREA_FILL_RULE" val="{&quot;fill_align&quot;:&quot;lm&quot;,&quot;fill_mode&quot;:&quot;adaptive&quot;,&quot;sacle_strategy&quot;:&quot;smart&quot;}"/>
  <p:tag name="KSO_WM_ASSEMBLE_CHIP_INDEX" val="0c22b80c7dac4ac9996a6718f7d7d637"/>
  <p:tag name="KSO_WM_TEMPLATE_ASSEMBLE_XID" val="61c3dde866047d4ba5837514"/>
  <p:tag name="KSO_WM_TEMPLATE_ASSEMBLE_GROUPID" val="61c3dde866047d4ba5837514"/>
</p:tagLst>
</file>

<file path=ppt/tags/tag73.xml><?xml version="1.0" encoding="utf-8"?>
<p:tagLst xmlns:p="http://schemas.openxmlformats.org/presentationml/2006/main">
  <p:tag name="KSO_WM_UNIT_DEFAULT_FONT" val="14;16;2"/>
  <p:tag name="KSO_WM_UNIT_BLOCK" val="0"/>
  <p:tag name="KSO_WM_UNIT_DEC_AREA_ID" val="d197773e492946a08470ae0bc3616d96"/>
  <p:tag name="KSO_WM_UNIT_SUBTYPE" val="a"/>
  <p:tag name="KSO_WM_UNIT_PRESET_TEXT" val="点击此处添加正文，文字是您思想的提炼，请言简意赅的阐述您的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1238_1*f*1"/>
  <p:tag name="KSO_WM_TEMPLATE_CATEGORY" val="custom"/>
  <p:tag name="KSO_WM_TEMPLATE_INDEX" val="20221238"/>
  <p:tag name="KSO_WM_UNIT_LAYERLEVEL" val="1"/>
  <p:tag name="KSO_WM_TAG_VERSION" val="1.0"/>
  <p:tag name="KSO_WM_BEAUTIFY_FLAG" val="#wm#"/>
  <p:tag name="KSO_WM_UNIT_VALUE" val="72"/>
  <p:tag name="KSO_WM_CHIP_GROUPID" val="6167d200a28ed723e774ee1f"/>
  <p:tag name="KSO_WM_CHIP_XID" val="6167d200a28ed723e774ee20"/>
  <p:tag name="KSO_WM_CHIP_FILLAREA_FILL_RULE" val="{&quot;fill_align&quot;:&quot;lm&quot;,&quot;fill_mode&quot;:&quot;adaptive&quot;,&quot;sacle_strategy&quot;:&quot;smart&quot;}"/>
  <p:tag name="KSO_WM_ASSEMBLE_CHIP_INDEX" val="0c22b80c7dac4ac9996a6718f7d7d637"/>
  <p:tag name="KSO_WM_TEMPLATE_ASSEMBLE_XID" val="61c3dde866047d4ba5837514"/>
  <p:tag name="KSO_WM_TEMPLATE_ASSEMBLE_GROUPID" val="61c3dde866047d4ba5837514"/>
</p:tagLst>
</file>

<file path=ppt/tags/tag74.xml><?xml version="1.0" encoding="utf-8"?>
<p:tagLst xmlns:p="http://schemas.openxmlformats.org/presentationml/2006/main">
  <p:tag name="KSO_WM_UNIT_DEFAULT_FONT" val="16;18;2"/>
  <p:tag name="KSO_WM_UNIT_BLOCK" val="0"/>
  <p:tag name="KSO_WM_UNIT_DEC_AREA_ID" val="1d76ada8fc584508be410a486d523588"/>
  <p:tag name="KSO_WM_UNIT_SUBTYPE" val="a"/>
  <p:tag name="KSO_WM_UNIT_PRESET_TEXT" val="汇报人姓名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custom20221238_1*f*2"/>
  <p:tag name="KSO_WM_TEMPLATE_CATEGORY" val="custom"/>
  <p:tag name="KSO_WM_TEMPLATE_INDEX" val="20221238"/>
  <p:tag name="KSO_WM_UNIT_LAYERLEVEL" val="1"/>
  <p:tag name="KSO_WM_TAG_VERSION" val="1.0"/>
  <p:tag name="KSO_WM_BEAUTIFY_FLAG" val="#wm#"/>
  <p:tag name="KSO_WM_UNIT_VALUE" val="18"/>
  <p:tag name="KSO_WM_CHIP_GROUPID" val="6167d200a28ed723e774ee1f"/>
  <p:tag name="KSO_WM_CHIP_XID" val="6167d200a28ed723e774ee20"/>
  <p:tag name="KSO_WM_CHIP_FILLAREA_FILL_RULE" val="{&quot;fill_align&quot;:&quot;lm&quot;,&quot;fill_mode&quot;:&quot;adaptive&quot;,&quot;sacle_strategy&quot;:&quot;smart&quot;}"/>
  <p:tag name="KSO_WM_ASSEMBLE_CHIP_INDEX" val="0c22b80c7dac4ac9996a6718f7d7d637"/>
  <p:tag name="KSO_WM_UNIT_TEXT_FILL_FORE_SCHEMECOLOR_INDEX_BRIGHTNESS" val="0"/>
  <p:tag name="KSO_WM_UNIT_TEXT_FILL_FORE_SCHEMECOLOR_INDEX" val="14"/>
  <p:tag name="KSO_WM_UNIT_TEXT_FILL_TYPE" val="1"/>
  <p:tag name="KSO_WM_TEMPLATE_ASSEMBLE_XID" val="61c3dde866047d4ba5837514"/>
  <p:tag name="KSO_WM_TEMPLATE_ASSEMBLE_GROUPID" val="61c3dde866047d4ba5837514"/>
</p:tagLst>
</file>

<file path=ppt/tags/tag75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ba2bef8cc41a4b01bea7aa91fd63065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73b8c5b17b1411f8ec2b2497508486d"/>
  <p:tag name="KSO_WM_SLIDE_BACKGROUND_TYPE" val="general"/>
</p:tagLst>
</file>

<file path=ppt/tags/tag76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77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78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79.xml><?xml version="1.0" encoding="utf-8"?>
<p:tagLst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80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a6ed32fc61f8439ca94635adf0a45b1c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3745fcbbb6b429a848fdef9ebac42b0"/>
  <p:tag name="KSO_WM_SLIDE_BACKGROUND_TYPE" val="frame"/>
</p:tagLst>
</file>

<file path=ppt/tags/tag8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286"/>
  <p:tag name="KSO_WM_CHIP_GROUPID" val="612f6a61c37455bdf62a9584"/>
  <p:tag name="KSO_WM_CHIP_XID" val="612f6a61c37455bdf62a9586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2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83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84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85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86.xml><?xml version="1.0" encoding="utf-8"?>
<p:tagLst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87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5e9367d470c74caa842e1004ffe2da0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bf2a0f0570149df9472864eb987acfa"/>
  <p:tag name="KSO_WM_SLIDE_BACKGROUND_TYPE" val="leftRight"/>
</p:tagLst>
</file>

<file path=ppt/tags/tag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7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9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90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91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92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93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94.xml><?xml version="1.0" encoding="utf-8"?>
<p:tagLst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95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220e770fa80644bfabfd3078ce0b0641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0f082f9641046feb3b24be5251cbf49"/>
  <p:tag name="KSO_WM_SLIDE_BACKGROUND_TYPE" val="topBottom"/>
</p:tagLst>
</file>

<file path=ppt/tags/tag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8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7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98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99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00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01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02.xml><?xml version="1.0" encoding="utf-8"?>
<p:tagLst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03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a0d779af225c425da25e04f45d4f2f8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10c971910a4d4773ae556be33106e45b"/>
  <p:tag name="KSO_WM_SLIDE_BACKGROUND_TYPE" val="bottomTop"/>
</p:tagLst>
</file>

<file path=ppt/tags/tag10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9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5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06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07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08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09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10.xml><?xml version="1.0" encoding="utf-8"?>
<p:tagLst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11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a77775295d1b4dca8c838e30e757a43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849c058ae784ecdaa9cf079ebefd939"/>
  <p:tag name="KSO_WM_SLIDE_BACKGROUND_TYPE" val="navigation"/>
</p:tagLst>
</file>

<file path=ppt/tags/tag11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a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3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14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15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16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17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18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19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20.xml><?xml version="1.0" encoding="utf-8"?>
<p:tagLst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21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6b124019cb6f4ea08913f51492330fa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ba62fd2ae47404dbd2958b4fcb95d15"/>
  <p:tag name="KSO_WM_SLIDE_BACKGROUND_TYPE" val="belt"/>
</p:tagLst>
</file>

<file path=ppt/tags/tag12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b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3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24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25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26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27.xml><?xml version="1.0" encoding="utf-8"?>
<p:tagLst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1238"/>
</p:tagLst>
</file>

<file path=ppt/tags/tag1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1238"/>
</p:tagLst>
</file>

<file path=ppt/tags/tag1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1238"/>
  <p:tag name="KSO_WM_CHIP_COLORING" val="2"/>
</p:tagLst>
</file>

<file path=ppt/tags/tag134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ba2bef8cc41a4b01bea7aa91fd63065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73b8c5b17b1411f8ec2b2497508486d"/>
  <p:tag name="KSO_WM_SLIDE_BACKGROUND_TYPE" val="general"/>
  <p:tag name="WM_BEAUTIFY_SHAPE_IDENTITY" val="{8cfa2c5e-c907-2c4c-e95b-0c6a29139c6a}"/>
</p:tagLst>
</file>

<file path=ppt/tags/tag13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3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141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ba2bef8cc41a4b01bea7aa91fd63065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73b8c5b17b1411f8ec2b2497508486d"/>
  <p:tag name="KSO_WM_SLIDE_BACKGROUND_TYPE" val="general"/>
  <p:tag name="WM_BEAUTIFY_SHAPE_IDENTITY" val="{8cfa2c5e-c907-2c4c-e95b-0c6a29139c6a}"/>
</p:tagLst>
</file>

<file path=ppt/tags/tag14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0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151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ba2bef8cc41a4b01bea7aa91fd63065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73b8c5b17b1411f8ec2b2497508486d"/>
  <p:tag name="KSO_WM_SLIDE_BACKGROUND_TYPE" val="general"/>
  <p:tag name="WM_BEAUTIFY_SHAPE_IDENTITY" val="{8cfa2c5e-c907-2c4c-e95b-0c6a29139c6a}"/>
</p:tagLst>
</file>

<file path=ppt/tags/tag15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5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55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156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ba2bef8cc41a4b01bea7aa91fd63065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73b8c5b17b1411f8ec2b2497508486d"/>
  <p:tag name="KSO_WM_SLIDE_BACKGROUND_TYPE" val="general"/>
  <p:tag name="WM_BEAUTIFY_SHAPE_IDENTITY" val="{8cfa2c5e-c907-2c4c-e95b-0c6a29139c6a}"/>
</p:tagLst>
</file>

<file path=ppt/tags/tag15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164.xml><?xml version="1.0" encoding="utf-8"?>
<p:tagLst xmlns:p="http://schemas.openxmlformats.org/presentationml/2006/main">
  <p:tag name="KSO_WM_UNIT_SUBTYPE" val="v"/>
  <p:tag name="KSO_WM_TEMPLATE_CATEGORY" val="chip"/>
  <p:tag name="KSO_WM_TEMPLATE_INDEX" val="20221238"/>
  <p:tag name="KSO_WM_UNIT_TYPE" val="i"/>
  <p:tag name="KSO_WM_UNIT_INDEX" val="1"/>
  <p:tag name="KSO_WM_UNIT_ID" val="chip20221238_1*i*1"/>
  <p:tag name="KSO_WM_BEAUTIFY_FLAG" val="#wm#"/>
  <p:tag name="KSO_WM_TAG_VERSION" val="1.0"/>
  <p:tag name="KSO_WM_CHIP_GROUPID" val="61a9bbcdf40d6225060c7b88"/>
  <p:tag name="KSO_WM_CHIP_XID" val="61c0414f7d221a2e4b627a9f"/>
  <p:tag name="KSO_WM_UNIT_DEC_AREA_ID" val="ba2bef8cc41a4b01bea7aa91fd63065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73b8c5b17b1411f8ec2b2497508486d"/>
  <p:tag name="KSO_WM_SLIDE_BACKGROUND_TYPE" val="general"/>
  <p:tag name="WM_BEAUTIFY_SHAPE_IDENTITY" val="{8cfa2c5e-c907-2c4c-e95b-0c6a29139c6a}"/>
</p:tagLst>
</file>

<file path=ppt/tags/tag16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8.xml><?xml version="1.0" encoding="utf-8"?>
<p:tagLst xmlns:p="http://schemas.openxmlformats.org/presentationml/2006/main">
  <p:tag name="KSO_WM_SLIDE_BK_DARK_LIGHT" val=""/>
  <p:tag name="KSO_WM_SLIDE_BACKGROUND_TYPE" val="genera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1968CA"/>
      </a:accent1>
      <a:accent2>
        <a:srgbClr val="635CC2"/>
      </a:accent2>
      <a:accent3>
        <a:srgbClr val="8C4EB3"/>
      </a:accent3>
      <a:accent4>
        <a:srgbClr val="A93C9E"/>
      </a:accent4>
      <a:accent5>
        <a:srgbClr val="BD2984"/>
      </a:accent5>
      <a:accent6>
        <a:srgbClr val="C8196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2742</Words>
  <Application>WPS 演示</Application>
  <PresentationFormat>On-screen Show (4:3)</PresentationFormat>
  <Paragraphs>79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32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汉仪君黑-35W</vt:lpstr>
      <vt:lpstr>汉仪中黑KW</vt:lpstr>
      <vt:lpstr>汉仪趣黑简</vt:lpstr>
      <vt:lpstr>汉仪君黑-35W</vt:lpstr>
      <vt:lpstr>微软雅黑</vt:lpstr>
      <vt:lpstr>Arial Regular</vt:lpstr>
      <vt:lpstr>清雅楷书</vt:lpstr>
      <vt:lpstr>华文隶书</vt:lpstr>
      <vt:lpstr>华康行楷体 W5</vt:lpstr>
      <vt:lpstr>华文楷体</vt:lpstr>
      <vt:lpstr>汉仪旗黑KW</vt:lpstr>
      <vt:lpstr>Yuanti SC Regular</vt:lpstr>
      <vt:lpstr>Songti SC Regular</vt:lpstr>
      <vt:lpstr>Times New Roman Regular</vt:lpstr>
      <vt:lpstr>Office Theme</vt:lpstr>
      <vt:lpstr>5_Office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哮天犬疫苗</cp:lastModifiedBy>
  <cp:revision>3</cp:revision>
  <dcterms:created xsi:type="dcterms:W3CDTF">2026-05-19T12:54:38Z</dcterms:created>
  <dcterms:modified xsi:type="dcterms:W3CDTF">2026-05-19T12:54:38Z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7EDEB3B542E34E53415D0C6ACC9FA8E5_42</vt:lpwstr>
  </property>
  <property fmtid="{D5CDD505-2E9C-101B-9397-08002B2CF9AE}" pid="3" name="KSOProductBuildVer">
    <vt:lpwstr>2052-6.6.1.8808</vt:lpwstr>
  </property>
</Properties>
</file>